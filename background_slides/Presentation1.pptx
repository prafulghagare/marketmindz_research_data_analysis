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1F89"/>
    <a:srgbClr val="E56E1D"/>
    <a:srgbClr val="5C97D2"/>
    <a:srgbClr val="7B1C25"/>
    <a:srgbClr val="AD8F21"/>
    <a:srgbClr val="2D386D"/>
    <a:srgbClr val="59A33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140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70A26-728E-4041-86A0-FB930558F1D9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FC942-7ACD-47AE-9ADD-5CFD25BCB6B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/>
          <p:cNvSpPr/>
          <p:nvPr/>
        </p:nvSpPr>
        <p:spPr>
          <a:xfrm>
            <a:off x="1000100" y="1571612"/>
            <a:ext cx="642942" cy="500066"/>
          </a:xfrm>
          <a:prstGeom prst="flowChartProcess">
            <a:avLst/>
          </a:prstGeom>
          <a:solidFill>
            <a:srgbClr val="59A33A">
              <a:alpha val="2509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Process 11"/>
          <p:cNvSpPr/>
          <p:nvPr/>
        </p:nvSpPr>
        <p:spPr>
          <a:xfrm>
            <a:off x="1785918" y="1571612"/>
            <a:ext cx="642942" cy="500066"/>
          </a:xfrm>
          <a:prstGeom prst="flowChartProcess">
            <a:avLst/>
          </a:prstGeom>
          <a:solidFill>
            <a:srgbClr val="2D386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Process 12"/>
          <p:cNvSpPr/>
          <p:nvPr/>
        </p:nvSpPr>
        <p:spPr>
          <a:xfrm>
            <a:off x="2619361" y="1571612"/>
            <a:ext cx="642942" cy="500066"/>
          </a:xfrm>
          <a:prstGeom prst="flowChartProcess">
            <a:avLst/>
          </a:prstGeom>
          <a:solidFill>
            <a:srgbClr val="AD8F2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Process 13"/>
          <p:cNvSpPr/>
          <p:nvPr/>
        </p:nvSpPr>
        <p:spPr>
          <a:xfrm>
            <a:off x="3452804" y="1571612"/>
            <a:ext cx="642942" cy="500066"/>
          </a:xfrm>
          <a:prstGeom prst="flowChartProcess">
            <a:avLst/>
          </a:prstGeom>
          <a:solidFill>
            <a:srgbClr val="7B1C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Process 14"/>
          <p:cNvSpPr/>
          <p:nvPr/>
        </p:nvSpPr>
        <p:spPr>
          <a:xfrm>
            <a:off x="4286247" y="1571612"/>
            <a:ext cx="642942" cy="500066"/>
          </a:xfrm>
          <a:prstGeom prst="flowChartProcess">
            <a:avLst/>
          </a:prstGeom>
          <a:solidFill>
            <a:srgbClr val="5C97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Process 15"/>
          <p:cNvSpPr/>
          <p:nvPr/>
        </p:nvSpPr>
        <p:spPr>
          <a:xfrm>
            <a:off x="5119690" y="1571612"/>
            <a:ext cx="642942" cy="500066"/>
          </a:xfrm>
          <a:prstGeom prst="flowChartProcess">
            <a:avLst/>
          </a:prstGeom>
          <a:solidFill>
            <a:srgbClr val="661F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Process 16"/>
          <p:cNvSpPr/>
          <p:nvPr/>
        </p:nvSpPr>
        <p:spPr>
          <a:xfrm>
            <a:off x="5953133" y="1571612"/>
            <a:ext cx="642942" cy="500066"/>
          </a:xfrm>
          <a:prstGeom prst="flowChartProcess">
            <a:avLst/>
          </a:prstGeom>
          <a:solidFill>
            <a:srgbClr val="E56E1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owchart: Process 17"/>
          <p:cNvSpPr/>
          <p:nvPr/>
        </p:nvSpPr>
        <p:spPr>
          <a:xfrm>
            <a:off x="6786578" y="1571612"/>
            <a:ext cx="642942" cy="500066"/>
          </a:xfrm>
          <a:prstGeom prst="flowChartProcess">
            <a:avLst/>
          </a:prstGeom>
          <a:solidFill>
            <a:srgbClr val="661F8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Lenovo</cp:lastModifiedBy>
  <cp:revision>9</cp:revision>
  <dcterms:created xsi:type="dcterms:W3CDTF">2025-09-20T12:05:12Z</dcterms:created>
  <dcterms:modified xsi:type="dcterms:W3CDTF">2025-09-20T13:29:15Z</dcterms:modified>
</cp:coreProperties>
</file>